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281C0-237E-A2CC-6B87-A62E52F8465D}" v="90" dt="2026-04-11T11:50:22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45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2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0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2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0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9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5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93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4A706-13A5-A624-B4D0-4DF0BDBA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32" b="4498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55997" y="1102742"/>
            <a:ext cx="2368905" cy="40766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Cyber Awareness chat bot</a:t>
            </a:r>
            <a:endParaRPr lang="en-US" sz="4000" dirty="0">
              <a:solidFill>
                <a:srgbClr val="FFFFFF"/>
              </a:solidFill>
            </a:endParaRPr>
          </a:p>
          <a:p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EEC8-EC51-E09A-9C01-F47AD8D4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AC12-E9F3-026D-AE6C-61900B2F2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Cyber Awareness Chatbot (C# Console Application)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 simple chatbot built using C#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Teaches users about cybersecurity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Includes username personalization, audio greeting, and ASCII logo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3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76DF-C639-323A-179D-F8EB6654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Project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FD28-CC68-2DD3-3DCB-8BFE0843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This project is a console-based chatbot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helps users learn cybersecurity concepts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bot responds using pre-written dictionary answers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runs continuously until the user types “exit”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4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9B79-FE06-B2C4-8CE3-5798BC8B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Program.cs</a:t>
            </a:r>
            <a:r>
              <a:rPr lang="en-US" dirty="0">
                <a:ea typeface="+mj-lt"/>
                <a:cs typeface="+mj-lt"/>
              </a:rPr>
              <a:t> (Main Entry Point)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60F87-5105-4B76-0E44-F0B772AA9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This is where the application starts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It creates an object of the </a:t>
            </a:r>
            <a:r>
              <a:rPr lang="en-US" dirty="0" err="1">
                <a:latin typeface="Consolas"/>
              </a:rPr>
              <a:t>voice_logo</a:t>
            </a:r>
            <a:r>
              <a:rPr lang="en-US" dirty="0">
                <a:ea typeface="+mn-lt"/>
                <a:cs typeface="+mn-lt"/>
              </a:rPr>
              <a:t> class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That class starts the whole system automatically 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Logic: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Start program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Run greeting + logo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Launch chatbot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05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12D6-35B7-2222-3754-60EFD6DD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voice_logo</a:t>
            </a:r>
            <a:r>
              <a:rPr lang="en-US" dirty="0">
                <a:ea typeface="+mj-lt"/>
                <a:cs typeface="+mj-lt"/>
              </a:rPr>
              <a:t>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CF60-E668-6DD0-B6CB-E42B3C08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Handles the startup visuals and sound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Contains: </a:t>
            </a:r>
            <a:endParaRPr lang="en-US" dirty="0"/>
          </a:p>
          <a:p>
            <a:pPr lvl="1"/>
            <a:r>
              <a:rPr lang="en-US">
                <a:ea typeface="+mn-lt"/>
                <a:cs typeface="+mn-lt"/>
              </a:rPr>
              <a:t>Audio greeting (greet.wav)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ASCII logo (from image conversion)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Starts the chatbot 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Purpose: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Make the application more interactive and user-friendly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47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CBD3-F1BA-0F45-9CBD-833FABFB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Greeting Method (greetings)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0297-0610-B0F5-2624-00F20DE1C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Uses </a:t>
            </a:r>
            <a:r>
              <a:rPr lang="en-US" dirty="0" err="1">
                <a:latin typeface="Consolas"/>
                <a:ea typeface="+mn-lt"/>
                <a:cs typeface="+mn-lt"/>
              </a:rPr>
              <a:t>SoundPlayer</a:t>
            </a:r>
            <a:r>
              <a:rPr lang="en-US" dirty="0">
                <a:ea typeface="+mn-lt"/>
                <a:cs typeface="+mn-lt"/>
              </a:rPr>
              <a:t> to play audio file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Loads </a:t>
            </a:r>
            <a:r>
              <a:rPr lang="en-US">
                <a:latin typeface="Consolas"/>
                <a:ea typeface="+mn-lt"/>
                <a:cs typeface="+mn-lt"/>
              </a:rPr>
              <a:t>greet.wav</a:t>
            </a:r>
            <a:r>
              <a:rPr lang="en-US">
                <a:ea typeface="+mn-lt"/>
                <a:cs typeface="+mn-lt"/>
              </a:rPr>
              <a:t> from project folder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Displays welcome message in console </a:t>
            </a:r>
            <a:endParaRPr lang="en-US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Logic: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Get file path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Play sound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Show welcome banner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8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0D34-5932-42C4-D821-28F716C5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ASCII Logo Method (asci)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B54-016A-8617-9CA7-DE4952ADA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Converts an image (logo.jpg) into ASCII art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Reads pixel colors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Converts brightness into characters like </a:t>
            </a:r>
            <a:r>
              <a:rPr lang="en-US">
                <a:latin typeface="Consolas"/>
              </a:rPr>
              <a:t>@ # % .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Logic: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Load image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Resize image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pixels → grayscale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Map grayscale → ASCII characters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Print to console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2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CF70-B650-CBB1-44CC-F1714ABE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Chat Class (Core System)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E553-5436-DC81-07A0-009EDC7A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"/>
              <a:buChar char="•"/>
            </a:pPr>
            <a:r>
              <a:rPr lang="en-US"/>
              <a:t>Handles chatbot functionality </a:t>
            </a:r>
          </a:p>
          <a:p>
            <a:pPr>
              <a:buFont typeface=""/>
              <a:buChar char="•"/>
            </a:pPr>
            <a:r>
              <a:rPr lang="en-US"/>
              <a:t>Gets user input (username) </a:t>
            </a:r>
          </a:p>
          <a:p>
            <a:pPr>
              <a:buFont typeface=""/>
              <a:buChar char="•"/>
            </a:pPr>
            <a:r>
              <a:rPr lang="en-US"/>
              <a:t>Starts chat loop </a:t>
            </a:r>
          </a:p>
          <a:p>
            <a:r>
              <a:rPr lang="en-US" b="1"/>
              <a:t>Purpose:</a:t>
            </a:r>
          </a:p>
          <a:p>
            <a:pPr>
              <a:buFont typeface=""/>
              <a:buChar char="•"/>
            </a:pPr>
            <a:r>
              <a:rPr lang="en-US"/>
              <a:t>Manage all conversation logic</a:t>
            </a:r>
          </a:p>
        </p:txBody>
      </p:sp>
    </p:spTree>
    <p:extLst>
      <p:ext uri="{BB962C8B-B14F-4D97-AF65-F5344CB8AC3E}">
        <p14:creationId xmlns:p14="http://schemas.microsoft.com/office/powerpoint/2010/main" val="3782958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9D61-9BFB-D5B5-EB6C-E3566EF1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Username Method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80B0-5DC2-969C-F23A-994EFB0A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Asks user for their name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Removes empty spaces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empty → sets default name “User”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Logic: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Input username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Validate input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 username 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5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EC94-3C3C-4230-6E9A-61E45D9F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Dictionary (Bot Brain)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1E48-16B4-1F65-1DC7-599F236EA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Stores questions and answers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Example: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“phishing” → explanation 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“</a:t>
            </a:r>
            <a:r>
              <a:rPr lang="en-US" dirty="0" err="1">
                <a:ea typeface="+mn-lt"/>
                <a:cs typeface="+mn-lt"/>
              </a:rPr>
              <a:t>vpn</a:t>
            </a:r>
            <a:r>
              <a:rPr lang="en-US" dirty="0">
                <a:ea typeface="+mn-lt"/>
                <a:cs typeface="+mn-lt"/>
              </a:rPr>
              <a:t>” → explanation </a:t>
            </a:r>
            <a:endParaRPr lang="en-US" dirty="0"/>
          </a:p>
          <a:p>
            <a:pPr lvl="1"/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User input is matched using </a:t>
            </a:r>
            <a:r>
              <a:rPr lang="en-US">
                <a:latin typeface="Consolas"/>
              </a:rPr>
              <a:t>Contains()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If match found → bot respond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82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EA78-87FB-4AFA-79D3-66060DEF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ChatLoop</a:t>
            </a:r>
            <a:r>
              <a:rPr lang="en-US" dirty="0">
                <a:ea typeface="+mj-lt"/>
                <a:cs typeface="+mj-lt"/>
              </a:rPr>
              <a:t>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9564-DD42-6E33-8A44-B55265EB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Main interaction system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Runs infinite loop until user types “exit”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Logic: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Ask user input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input to lowercase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Check against dictionary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Display response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8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89E4-4EA7-C7BB-38D3-4719100D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Features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CD3E0-C60D-1D26-069E-20DB3C78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Username personalization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Cybersecurity knowledge base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Audio greeting system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ASCII art logo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Continuous chat loop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Simple AI-style responses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3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1138-B629-54CA-6216-EC92DF75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1282-6CF2-D8A2-FF88-72C8797F9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This project demonstrates: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Object-Oriented Programming (OOP)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File handling (audio + image)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User interaction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Basic AI chatbot logic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is a beginner-friendly cybersecurity assistant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683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ChronicleVTI</vt:lpstr>
      <vt:lpstr>PowerPoint Presentation</vt:lpstr>
      <vt:lpstr>PowerPoint Presentation</vt:lpstr>
      <vt:lpstr>Project Overview</vt:lpstr>
      <vt:lpstr>Program.cs (Main Entry Point)</vt:lpstr>
      <vt:lpstr>voice_logo Class</vt:lpstr>
      <vt:lpstr>Greeting Method (greetings)</vt:lpstr>
      <vt:lpstr>ASCII Logo Method (asci)</vt:lpstr>
      <vt:lpstr>Chat Class (Core System)</vt:lpstr>
      <vt:lpstr>Username Method</vt:lpstr>
      <vt:lpstr>Dictionary (Bot Brain)</vt:lpstr>
      <vt:lpstr>ChatLoop Method</vt:lpstr>
      <vt:lpstr>Key Features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</cp:revision>
  <dcterms:created xsi:type="dcterms:W3CDTF">2026-04-11T11:34:59Z</dcterms:created>
  <dcterms:modified xsi:type="dcterms:W3CDTF">2026-04-11T11:50:25Z</dcterms:modified>
</cp:coreProperties>
</file>